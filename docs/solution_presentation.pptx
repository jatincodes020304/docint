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20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Intelligence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564A"/>
                </a:solidFill>
              </a:rPr>
              <a:t>AI-powered extraction, validation and REST API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1722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078"/>
                </a:solidFill>
              </a:rPr>
              <a:t>Built for the AI Engineer Internship technical 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Turn financial documents into structured, validated and retrievable JSON.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120640" cy="429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Accept invoices and financial statements in PDF, JPG and PNG format.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Validate upload constraints before any extraction work starts.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Use OCR plus Groq to extract fields, tables and evidence, with Gemini as automatic fallback.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Run deterministic financial checks and persist the result for dashboard/API retrieval.</a:t>
            </a:r>
            <a:endParaRPr lang="en-US" sz="1700" dirty="0"/>
          </a:p>
        </p:txBody>
      </p:sp>
      <p:pic>
        <p:nvPicPr>
          <p:cNvPr id="5" name="Image 0" descr="/mnt/data/docint_stage6/docint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3079898"/>
            <a:ext cx="5440680" cy="698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Document type is selected manually; the app does not auto-classify documents.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24128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121417"/>
                </a:solidFill>
              </a:rPr>
              <a:t>Invoice: header fields, parties, currency, totals and line items.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121417"/>
                </a:solidFill>
              </a:rPr>
              <a:t>Balance Sheet: header, periods, currency, assets, liabilities and equity.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121417"/>
                </a:solidFill>
              </a:rPr>
              <a:t>Profit &amp; Loss: revenue/income, expenses, tax, profit and comparative periods.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121417"/>
                </a:solidFill>
              </a:rPr>
              <a:t>Cash Flow: operating, investing, financing cash flows, opening and closing cash.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Small modules with clear responsibilities instead of one large file.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FastAPI exposes /process, /documents, /documents/{name}, /health and Swagger docs.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Validation service rejects unsupported, empty, corrupted or over-limit uploads.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OCR service uses native PDF text first, then Poppler + Tesseract when OCR is required.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Repository layer stores latest processed JSON in SQLite by default.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Extraction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Groq is the primary extractor; Gemini is the automatic fallback. Financial truth stays deterministic in Python.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33272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OCR/native text is sent with page markers so values can be grounded to page evidence.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Prompt requires all meaningful visible fields and tables, not only a minimal schema.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Missing or unreadable values remain null to avoid hallucination.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Temporary 429/5xx/timeouts are retried; provider failure automatically falls back Groq → Gemini.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Checks are calculated in Python using only extracted values.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332720" cy="4754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Invoice: quantity x unit price, line-item sum, subtotal/tax/discount/total, cash change.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Balance Sheet: assets reconcile with liabilities plus equity, per period when present.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P&amp;L: income, expenditure, net profit and appropriation checks when inputs exist.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Cash Flow: operating + investing + financing + adjustments, then opening to closing cash.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If required operands are missing, the check returns NOT_APPLICABLE.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and usability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Plain HTML/CSS/JS dashboard connected to the same FastAPI backend.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33272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Upload control with document-type selector and process action.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Dashboard lists stored processed documents from the database-backed API.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Result page shows file validation, extracted fields, line items, tables and checks.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21417"/>
                </a:solidFill>
              </a:rPr>
              <a:t>Missing values, failed validations and raw JSON are visible for evaluator review.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4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Testing, deployment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78"/>
                </a:solidFill>
              </a:rPr>
              <a:t>Prototype is deployable, explainable and designed for a 3-day assessment.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4937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Tests cover validation, OCR behavior, extraction schema, financial checks and API flow.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Dockerfile installs Poppler and Tesseract for hosted OCR support.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Environment variables hold secrets; .env is excluded from Git.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Known limitations: OCR quality, table layout ambiguity, provider rate limits and no authentication.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21417"/>
                </a:solidFill>
              </a:rPr>
              <a:t>Production upgrades: managed Postgres, file storage, job queue, monitoring and stronger confidence method.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078"/>
                </a:solidFill>
              </a:rPr>
              <a:t>Document Intelligence Prototype |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Engineer Internship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Intelligence Prototype</dc:title>
  <dc:subject>Document Intelligence Case Study</dc:subject>
  <dc:creator>Jatin Guleria</dc:creator>
  <cp:lastModifiedBy>Jatin Guleria</cp:lastModifiedBy>
  <cp:revision>1</cp:revision>
  <dcterms:created xsi:type="dcterms:W3CDTF">2026-09-10T18:53:36Z</dcterms:created>
  <dcterms:modified xsi:type="dcterms:W3CDTF">2026-09-10T18:53:36Z</dcterms:modified>
</cp:coreProperties>
</file>